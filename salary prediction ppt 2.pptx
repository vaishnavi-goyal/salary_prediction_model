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9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  <a:effectLst>
            <a:glow>
              <a:schemeClr val="accent1">
                <a:alpha val="89000"/>
              </a:schemeClr>
            </a:glow>
          </a:effectLst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4" name="Text Box 3"/>
          <p:cNvSpPr txBox="1"/>
          <p:nvPr/>
        </p:nvSpPr>
        <p:spPr>
          <a:xfrm>
            <a:off x="1000760" y="187325"/>
            <a:ext cx="10190480" cy="74803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rtlCol="0">
            <a:noAutofit/>
          </a:bodyPr>
          <a:p>
            <a:r>
              <a:rPr lang="en-US" altLang="en-US" sz="4000" b="1" i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Job Salary Prediction Using Machine Learning</a:t>
            </a:r>
            <a:endParaRPr lang="en-US" altLang="en-US" sz="4000" b="1" i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4000" b="1" i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4000" b="1" i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106410" y="6292215"/>
            <a:ext cx="3987165" cy="451485"/>
          </a:xfrm>
          <a:prstGeom prst="rect">
            <a:avLst/>
          </a:prstGeom>
          <a:solidFill>
            <a:schemeClr val="tx1">
              <a:alpha val="59000"/>
            </a:schemeClr>
          </a:solidFill>
          <a:effectLst/>
        </p:spPr>
        <p:txBody>
          <a:bodyPr wrap="square" rtlCol="0">
            <a:noAutofit/>
          </a:bodyPr>
          <a:p>
            <a:r>
              <a:rPr lang="en-IN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NAME :- Vaishnavi Goyal</a:t>
            </a:r>
            <a:endParaRPr lang="en-IN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181100" y="1214755"/>
            <a:ext cx="3544570" cy="1938020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txBody>
          <a:bodyPr wrap="square" rtlCol="0">
            <a:spAutoFit/>
          </a:bodyPr>
          <a:p>
            <a:r>
              <a:rPr lang="en-US" altLang="en-US" sz="36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Technology</a:t>
            </a:r>
            <a:r>
              <a:rPr lang="en-IN" altLang="en-US" sz="36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endParaRPr lang="en-IN" altLang="en-US" sz="28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Python 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Machine Learning </a:t>
            </a:r>
            <a:r>
              <a:rPr lang="en-IN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endParaRPr lang="en-IN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Scikit-learn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9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9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>
              <a:schemeClr val="accent1">
                <a:alpha val="89000"/>
              </a:schemeClr>
            </a:glow>
          </a:effectLst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4" name="Text Box 3"/>
          <p:cNvSpPr txBox="1"/>
          <p:nvPr/>
        </p:nvSpPr>
        <p:spPr>
          <a:xfrm>
            <a:off x="3640455" y="133350"/>
            <a:ext cx="5197475" cy="821690"/>
          </a:xfrm>
          <a:prstGeom prst="rect">
            <a:avLst/>
          </a:prstGeom>
          <a:solidFill>
            <a:schemeClr val="tx1">
              <a:alpha val="34000"/>
            </a:schemeClr>
          </a:solidFill>
        </p:spPr>
        <p:txBody>
          <a:bodyPr wrap="square" rtlCol="0">
            <a:noAutofit/>
          </a:bodyPr>
          <a:p>
            <a:r>
              <a:rPr lang="en-IN" altLang="en-US" sz="5400" i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IN" altLang="en-US" sz="5400" i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26695" y="1089660"/>
            <a:ext cx="7175500" cy="5667375"/>
          </a:xfrm>
          <a:prstGeom prst="rect">
            <a:avLst/>
          </a:prstGeom>
          <a:solidFill>
            <a:schemeClr val="tx1">
              <a:alpha val="57000"/>
            </a:schemeClr>
          </a:solidFill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Salary prediction estimates employee salary automatically.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Salary depends on job role, experience, education, skills, industry, and location.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Manual estimation is time-consuming and less accurate.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Machine Learning improves prediction accuracy.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Gradient Boosting Regressor is used for salary prediction.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system predicts salary based on user inputs.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Supports better career and salary decisions.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83000"/>
          </a:blip>
          <a:stretch>
            <a:fillRect/>
          </a:stretch>
        </p:blipFill>
        <p:spPr>
          <a:xfrm>
            <a:off x="7779385" y="1089660"/>
            <a:ext cx="4161155" cy="56673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9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015" y="0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  <a:effectLst>
            <a:glow>
              <a:schemeClr val="accent1">
                <a:alpha val="89000"/>
              </a:schemeClr>
            </a:glow>
          </a:effectLst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6" name="Text Box 5"/>
          <p:cNvSpPr txBox="1"/>
          <p:nvPr/>
        </p:nvSpPr>
        <p:spPr>
          <a:xfrm>
            <a:off x="3765550" y="134620"/>
            <a:ext cx="4996180" cy="829945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rtlCol="0">
            <a:spAutoFit/>
          </a:bodyPr>
          <a:p>
            <a:r>
              <a:rPr lang="en-US" altLang="en-US" sz="4800" i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altLang="en-US" sz="4800" i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525135" y="1108710"/>
            <a:ext cx="6456680" cy="5600065"/>
          </a:xfrm>
          <a:prstGeom prst="rect">
            <a:avLst/>
          </a:prstGeom>
          <a:solidFill>
            <a:schemeClr val="tx1">
              <a:alpha val="61000"/>
            </a:schemeClr>
          </a:solidFill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Manual salary estimation may be inaccurate.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Salary depends on multiple factors.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Traditional methods are time-consuming.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Need for faster and reliable prediction methods.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Machine Learning helps identify salary patterns.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Smart systems improve salary prediction accuracy.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Supports better recruitment and career decisions.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648335" y="1109345"/>
            <a:ext cx="4566920" cy="55994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9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  <a:effectLst>
            <a:glow>
              <a:schemeClr val="accent1">
                <a:alpha val="89000"/>
              </a:schemeClr>
            </a:glow>
          </a:effectLst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4" name="Text Box 3"/>
          <p:cNvSpPr txBox="1"/>
          <p:nvPr/>
        </p:nvSpPr>
        <p:spPr>
          <a:xfrm>
            <a:off x="4761865" y="90805"/>
            <a:ext cx="2950210" cy="922020"/>
          </a:xfrm>
          <a:prstGeom prst="rect">
            <a:avLst/>
          </a:prstGeom>
          <a:solidFill>
            <a:schemeClr val="tx1">
              <a:alpha val="49000"/>
            </a:schemeClr>
          </a:solidFill>
        </p:spPr>
        <p:txBody>
          <a:bodyPr wrap="square" rtlCol="0">
            <a:spAutoFit/>
          </a:bodyPr>
          <a:p>
            <a:r>
              <a:rPr lang="en-US" altLang="en-US" sz="5400" i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Objective</a:t>
            </a:r>
            <a:endParaRPr lang="en-US" altLang="en-US" sz="5400" i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21665" y="1270000"/>
            <a:ext cx="6125845" cy="5262245"/>
          </a:xfrm>
          <a:prstGeom prst="rect">
            <a:avLst/>
          </a:prstGeom>
          <a:solidFill>
            <a:schemeClr val="tx1">
              <a:alpha val="57000"/>
            </a:schemeClr>
          </a:solidFill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Build a Machine Learning based Salary Prediction System.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Train the model using historical salary data.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Predict salary based on user inputs and profile details.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Improve prediction accuracy and reliability.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Reduce manual effort and estimation errors.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Support better career and recruitment decisions.</a:t>
            </a:r>
            <a:endParaRPr lang="en-US" altLang="en-US" sz="28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465" y="1270000"/>
            <a:ext cx="4495800" cy="5262245"/>
          </a:xfrm>
          <a:prstGeom prst="rect">
            <a:avLst/>
          </a:prstGeom>
          <a:solidFill>
            <a:schemeClr val="tx1">
              <a:alpha val="37000"/>
            </a:schemeClr>
          </a:solidFill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9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" y="-635"/>
            <a:ext cx="12192635" cy="6858635"/>
          </a:xfrm>
          <a:prstGeom prst="rect">
            <a:avLst/>
          </a:prstGeom>
          <a:solidFill>
            <a:schemeClr val="tx1">
              <a:alpha val="86000"/>
            </a:schemeClr>
          </a:solidFill>
          <a:effectLst>
            <a:glow>
              <a:schemeClr val="accent1">
                <a:alpha val="89000"/>
              </a:schemeClr>
            </a:glow>
          </a:effectLst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4" name="Text Box 3"/>
          <p:cNvSpPr txBox="1"/>
          <p:nvPr/>
        </p:nvSpPr>
        <p:spPr>
          <a:xfrm>
            <a:off x="3820160" y="226695"/>
            <a:ext cx="4808220" cy="829945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rtlCol="0">
            <a:spAutoFit/>
          </a:bodyPr>
          <a:p>
            <a:r>
              <a:rPr lang="en-IN" altLang="en-US" sz="4800" i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Technologies Used</a:t>
            </a:r>
            <a:endParaRPr lang="en-IN" altLang="en-US" sz="4800" i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24815" y="1205865"/>
            <a:ext cx="8799830" cy="5407025"/>
          </a:xfrm>
          <a:prstGeom prst="rect">
            <a:avLst/>
          </a:prstGeom>
          <a:solidFill>
            <a:schemeClr val="tx1">
              <a:alpha val="64000"/>
            </a:schemeClr>
          </a:solidFill>
        </p:spPr>
        <p:txBody>
          <a:bodyPr wrap="square" rtlCol="0">
            <a:noAutofit/>
          </a:bodyPr>
          <a:p>
            <a:r>
              <a:rPr lang="en-US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Python</a:t>
            </a:r>
            <a:endParaRPr lang="en-US" altLang="en-US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Core programming language used for developing the Salary Prediction Model.</a:t>
            </a:r>
            <a:endParaRPr lang="en-US" altLang="en-US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Pandas</a:t>
            </a:r>
            <a:endParaRPr lang="en-US" altLang="en-US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Used for data cleaning, preprocessing, and handling datasets.</a:t>
            </a:r>
            <a:endParaRPr lang="en-US" altLang="en-US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NumPy</a:t>
            </a:r>
            <a:endParaRPr lang="en-US" altLang="en-US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Supports numerical computations and array operations.</a:t>
            </a:r>
            <a:endParaRPr lang="en-US" altLang="en-US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Scikit-learn</a:t>
            </a:r>
            <a:endParaRPr lang="en-US" altLang="en-US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Used for </a:t>
            </a:r>
            <a:r>
              <a:rPr lang="en-IN" altLang="en-US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b</a:t>
            </a:r>
            <a:r>
              <a:rPr lang="en-US" altLang="en-US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uilding, training, and evaluating Machine Learning models.</a:t>
            </a:r>
            <a:endParaRPr lang="en-US" altLang="en-US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Matplotlib</a:t>
            </a:r>
            <a:endParaRPr lang="en-US" altLang="en-US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Creates charts and visualizations for data analysis.</a:t>
            </a:r>
            <a:endParaRPr lang="en-US" altLang="en-US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Visual Studio Code (VS Code)</a:t>
            </a:r>
            <a:endParaRPr lang="en-US" altLang="en-US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Code editor used for writing, debugging, and managing the project efficiently.</a:t>
            </a:r>
            <a:endParaRPr lang="en-US" altLang="en-US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9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4510"/>
          </a:xfrm>
          <a:prstGeom prst="rect">
            <a:avLst/>
          </a:prstGeom>
          <a:solidFill>
            <a:schemeClr val="tx1">
              <a:alpha val="86000"/>
            </a:schemeClr>
          </a:solidFill>
          <a:effectLst>
            <a:glow>
              <a:schemeClr val="accent1">
                <a:alpha val="89000"/>
              </a:schemeClr>
            </a:glow>
          </a:effectLst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4" name="Text Box 3"/>
          <p:cNvSpPr txBox="1"/>
          <p:nvPr/>
        </p:nvSpPr>
        <p:spPr>
          <a:xfrm>
            <a:off x="3791585" y="168275"/>
            <a:ext cx="4881880" cy="768350"/>
          </a:xfrm>
          <a:prstGeom prst="rect">
            <a:avLst/>
          </a:prstGeom>
          <a:solidFill>
            <a:schemeClr val="tx1">
              <a:alpha val="54000"/>
            </a:schemeClr>
          </a:solidFill>
        </p:spPr>
        <p:txBody>
          <a:bodyPr wrap="square" rtlCol="0">
            <a:spAutoFit/>
          </a:bodyPr>
          <a:p>
            <a:r>
              <a:rPr lang="en-US" altLang="en-US" sz="4400" i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Dataset Description</a:t>
            </a:r>
            <a:endParaRPr lang="en-US" altLang="en-US" sz="4400" i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939155" y="1347470"/>
            <a:ext cx="2315210" cy="857885"/>
          </a:xfrm>
          <a:prstGeom prst="rect">
            <a:avLst/>
          </a:prstGeom>
          <a:solidFill>
            <a:schemeClr val="tx1">
              <a:alpha val="58000"/>
            </a:schemeClr>
          </a:solidFill>
        </p:spPr>
        <p:txBody>
          <a:bodyPr wrap="square" rtlCol="0">
            <a:noAutofit/>
          </a:bodyPr>
          <a:p>
            <a:r>
              <a:rPr lang="en-US" altLang="en-US" sz="28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Dataset File</a:t>
            </a:r>
            <a:r>
              <a:rPr lang="en-IN" altLang="en-US" sz="28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8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:</a:t>
            </a: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data.csv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484745" y="2496820"/>
            <a:ext cx="2571115" cy="4201795"/>
          </a:xfrm>
          <a:prstGeom prst="rect">
            <a:avLst/>
          </a:prstGeom>
          <a:solidFill>
            <a:schemeClr val="tx1">
              <a:alpha val="68000"/>
            </a:schemeClr>
          </a:solidFill>
        </p:spPr>
        <p:txBody>
          <a:bodyPr wrap="square" rtlCol="0">
            <a:noAutofit/>
          </a:bodyPr>
          <a:p>
            <a:r>
              <a:rPr lang="en-US" altLang="en-US" sz="28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Features</a:t>
            </a:r>
            <a:r>
              <a:rPr lang="en-IN" altLang="en-US" sz="28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28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:</a:t>
            </a:r>
            <a:endParaRPr lang="en-US" altLang="en-US" sz="28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Job Title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Experience Years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Education Level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Skills Count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Industry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Company Size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Location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Remote Work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Certifications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9041130" y="1348105"/>
            <a:ext cx="2933065" cy="87376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txBody>
          <a:bodyPr wrap="square" rtlCol="0" anchor="t">
            <a:noAutofit/>
          </a:bodyPr>
          <a:p>
            <a:r>
              <a:rPr lang="en-US" altLang="en-US" sz="28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Target Variable</a:t>
            </a:r>
            <a:r>
              <a:rPr lang="en-IN" altLang="en-US" sz="28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28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:</a:t>
            </a:r>
            <a:endParaRPr lang="en-US" altLang="en-US" sz="28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Salary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 l="10019" t="19657" r="11111" b="8565"/>
          <a:stretch>
            <a:fillRect/>
          </a:stretch>
        </p:blipFill>
        <p:spPr>
          <a:xfrm>
            <a:off x="285115" y="1348105"/>
            <a:ext cx="5408930" cy="5349875"/>
          </a:xfrm>
          <a:prstGeom prst="rect">
            <a:avLst/>
          </a:prstGeom>
          <a:noFill/>
          <a:ln w="11303">
            <a:solidFill>
              <a:schemeClr val="tx1">
                <a:lumMod val="95000"/>
                <a:lumOff val="5000"/>
              </a:schemeClr>
            </a:solidFill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1796</Words>
  <Application>WPS Presentation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Wingdings</vt:lpstr>
      <vt:lpstr>Times New Roman</vt:lpstr>
      <vt:lpstr>Calibri</vt:lpstr>
      <vt:lpstr>Microsoft YaHei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vaish</dc:creator>
  <cp:lastModifiedBy>Vaishnavi Goyal</cp:lastModifiedBy>
  <cp:revision>4</cp:revision>
  <dcterms:created xsi:type="dcterms:W3CDTF">2026-05-22T09:55:00Z</dcterms:created>
  <dcterms:modified xsi:type="dcterms:W3CDTF">2026-06-02T14:32:01Z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A734CB550EAB4D89B862444EFEB40C5C_11</vt:lpwstr>
  </property>
</Properties>
</file>